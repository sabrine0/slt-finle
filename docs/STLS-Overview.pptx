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LS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0D1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STLS — Smart Traffic Light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C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Morocco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38A2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38A29"/>
          </a:solidFill>
          <a:ln w="12700">
            <a:solidFill>
              <a:srgbClr val="C38A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C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STLS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D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Light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supervision, engineering and AI assistance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5486400" cy="0"/>
          </a:xfrm>
          <a:prstGeom prst="line">
            <a:avLst/>
          </a:prstGeom>
          <a:noFill/>
          <a:ln w="25400">
            <a:solidFill>
              <a:srgbClr val="FFC4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   </a:t>
            </a:r>
            <a:pPr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STLS Pilot — Casablanca
</a:t>
            </a:r>
            <a:pPr indent="0" marL="0">
              <a:buNone/>
            </a:pPr>
            <a:r>
              <a:rPr lang="en-US" sz="14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             </a:t>
            </a:r>
            <a:pPr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Région Aménagement
</a:t>
            </a:r>
            <a:pPr indent="0" marL="0">
              <a:buNone/>
            </a:pPr>
            <a:r>
              <a:rPr lang="en-US" sz="14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             </a:t>
            </a:r>
            <a:pPr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2026-04-24
</a:t>
            </a:r>
            <a:pPr indent="0" marL="0">
              <a:buNone/>
            </a:pPr>
            <a:r>
              <a:rPr lang="en-US" sz="14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          </a:t>
            </a:r>
            <a:pPr indent="0" marL="0">
              <a:buNone/>
            </a:pPr>
            <a:r>
              <a:rPr lang="en-US" sz="1400" b="1" dirty="0">
                <a:solidFill>
                  <a:srgbClr val="ED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akarim@tomorrow.ma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interfaces · one deck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covers one screen with role, user persona and route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Platform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 panel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reason-coded flow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Landing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Workbench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Workspace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 Plan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(Régulation / Câblage)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Builder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Workspace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Inventory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Inventory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FF4DB"/>
          </a:solidFill>
          <a:ln w="19050">
            <a:solidFill>
              <a:srgbClr val="C38A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(Next.js 16 · React 19)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Platform — real-time operator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— engineering + AutoCAD + dossiers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E4F7EC"/>
          </a:solidFill>
          <a:ln w="19050">
            <a:solidFill>
              <a:srgbClr val="0A57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737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(NestJS 11)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traffic · intersection-runtime · engineering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controller-manager · overrides · projects · audit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traffic-intelligence (Gemini + Google Traffic)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9050">
            <a:solidFill>
              <a:srgbClr val="4A5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 · TypeORM 0.3 (4 migrations)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audit · projects · deployments · runtime configs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1CF"/>
          </a:solidFill>
          <a:ln w="19050">
            <a:solidFill>
              <a:srgbClr val="7A5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200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(server-side keys)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— JSON mode, T=0.2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Distance Matrix — 4 corridors / zone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45720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DE9E9"/>
          </a:solidFill>
          <a:ln w="19050">
            <a:solidFill>
              <a:srgbClr val="9A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572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RUNTIME (Go, per cabinet)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5029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config packages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 · offline mode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flashing amber on comms loss</a:t>
            </a:r>
            <a:pPr indent="0" marL="0">
              <a:buNone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→ signal heads · detectors · buttons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commands the field directly — every action goes through the reason-coded override gate.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1/12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DE9E9"/>
          </a:solidFill>
          <a:ln w="12700">
            <a:solidFill>
              <a:srgbClr val="9A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operator console — Morocco map, alerts, override controls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map with regional ADM1 polygons colored by health (green / yellow / 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Drill-down: country → region → city → district → intersection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hero cards: incidents · nodes · controllers · throughput (vph)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feed with critical-alert sound toggle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Selected-area panel: operator controls + AI Assist panel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badge · theme toggle · scenario selector (Normal / Peak / Emergency)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920240"/>
            <a:ext cx="603504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missing: command-platform.png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2/12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4F7EC"/>
          </a:solidFill>
          <a:ln w="12700">
            <a:solidFill>
              <a:srgbClr val="0A57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BE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catalogue per organization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/projects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Organization → Project → Site → Intersection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Seeded: Tomorrow Morocco → STLS Pilot — Casablanca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card: client ref · status · sites count · intersection count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navigation to Command / Studio / Engineering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proj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3/12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1CF"/>
          </a:solidFill>
          <a:ln w="12700">
            <a:solidFill>
              <a:srgbClr val="7A5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Google-Maps atlas of every controller in the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/studio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Google Map · dark &amp; light themes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controller = circular marker colored by connection state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lines between controllers in the same district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 polygons covering Morocco's 12 regions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Top-right: health filter · theme · + Zone · Workbench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VIEW / ZONES / FLOW top-left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studio-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4/12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Workbench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1CF"/>
          </a:solidFill>
          <a:ln w="12700">
            <a:solidFill>
              <a:srgbClr val="7A5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IDE to configure an intersection end-to-end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/studio/workbench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3-panel IDE: Project Explorer · Editor Workspace · Control Panel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editor tabs: Diagram · Live · Identity · Approaches · Lanes · Signal groups · Movements · Phases &amp; Stages · Detectors · Modes · Controller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Explorer shows local proposals under their matched city (Prop tag)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side panels via the ⟨ Explorer / ⟩ Panel toggles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Régulation / Câblage → PDF via @react-pdf/renderer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studio-workben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5/12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Workspace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4F7EC"/>
          </a:solidFill>
          <a:ln w="12700">
            <a:solidFill>
              <a:srgbClr val="0A57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per controller — chip strip + live signal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/studio/controllers/[id]  ·  /studio/programmer/[id]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chip strip: EVERY controller in the project with live state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details: mode · env · runtime · active plan · uptime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 flow: N/E/S/W lights + cycle timeline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Force-phase buttons per phase + Release button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/intersections/:code/state every 1 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controller-worksp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6/12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1CF"/>
          </a:solidFill>
          <a:ln w="12700">
            <a:solidFill>
              <a:srgbClr val="7A5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TOPO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topographic plan · GroupéRyX style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/studio/autocad/[intersectionId]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SVG render — no Google tiles in the exported drawing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 CivilPlan · RoadArm · Lane · Crosswalk · SignalSupport · DetectorLoop · CableChamber · CableRun · ControllerCabinet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INT-CAS-006: 16 supports (A-P) · 6 loops · 8 chambers · 22 cable runs · cabinet C04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 toggles: Roads · Lanes · Crosswalks · Supports · Loops · Chambers · Cables · Labels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arrow · scale bar 0-5-10 m · 1:200 · dark &amp; light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export buttons: Plan PDF · Dossier Régulation · Dossier Câblage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autocad-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7/12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Régulation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4DB"/>
          </a:solidFill>
          <a:ln w="12700">
            <a:solidFill>
              <a:srgbClr val="C38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dossier — PDF output matching GroupéRyX format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/studio/autocad/[id]/dossier/regulation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 + revision table (préparé / vérifié)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identity (code, GPS, controller, firmware)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equipment inventory (R11v / R12 / R14 counts, supports)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inputs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plan d'aménagement (A3 landscape)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Phasing: Min green / Yellow / Red-clearance / Green groups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plans — Code / Name / Status / Cycle / Offset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assumptions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autocad-dossier-regu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8/12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Câblage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4DB"/>
          </a:solidFill>
          <a:ln w="12700">
            <a:solidFill>
              <a:srgbClr val="C38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dossier — carnet de câblage + cable schedule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/studio/autocad/[id]/dossier/cablage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 + revision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cabling plan (A3 landscape)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Cabling detail: Departure · Support · Type · Equipment · Cable · Tag · Length · Path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 wiring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quantity roll-up (U1000 R2v, Blindé LIYCY, Fibre)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chambers inventory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I/O mapping (Bornier, Mnemonic, Cable ref)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autocad-dossier-cabl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9/12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Builder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4DB"/>
          </a:solidFill>
          <a:ln w="12700">
            <a:solidFill>
              <a:srgbClr val="C38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new intersection zone on Google Maps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/studio/zones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Draggable rectangle with 4 corner handles on Google Maps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dimensions (width × height × km²) via haversine math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TopoExport-style right panel: 3D modeling (DXF / IFC+ / OBJ / glTF / STL) + layers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controller → auto-fills from Google Maps Geocoder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name ← route / sublocality · Code ← INT-CITY-STREET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Visualiser: fit-bounds + pulse animation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proposals appear in the Workbench tree under their city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studio-z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10/12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1CF"/>
          </a:solidFill>
          <a:ln w="12700">
            <a:solidFill>
              <a:srgbClr val="7A5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inventory of every intersection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intersection cards with code · name · district · control mode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count · timing plan count · controllers (real / sim)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status per intersection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to /engineering/intersections/[id] for full details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enginee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11/12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Intersection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F1CF"/>
          </a:solidFill>
          <a:ln w="12700">
            <a:solidFill>
              <a:srgbClr val="7A501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engineering record of one intersection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/engineering/intersections/[id]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coordinates, control mode, status, queue length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controllers with hardware details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loops + phase sequence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plans (active / draft / retired)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history with signed package versions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engineering-inter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12/12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Inventory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4F7EC"/>
          </a:solidFill>
          <a:ln w="12700">
            <a:solidFill>
              <a:srgbClr val="0A57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502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inventory across the fleet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8A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 /engineering/controllers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Listing: code · controller type · firmware · runtime version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state · environment · battery-backed flag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/ signal-group capacity per unit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seen · last deployed package · deployment state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to each controller's detail 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60350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 w="6350">
            <a:solidFill>
              <a:srgbClr val="C4CCD4"/>
            </a:solidFill>
            <a:prstDash val="solid"/>
          </a:ln>
        </p:spPr>
      </p:sp>
      <p:pic>
        <p:nvPicPr>
          <p:cNvPr id="11" name="Image 0" descr="C:\Users\Public\STLS finel\tools\captures\engineering-controll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011680"/>
            <a:ext cx="585216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intelligence — advisory, auditable, safe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 traffic-intelligence · 3 services · 15 unit tests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GoogleTrafficService — Distance Matrix for N/E/S/W corridors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AiRecommendationService — Gemini 1.5 Flash JSON, T=0.2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deterministic rule-based if GEMINI_API_KEY is missing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AiSafetyValidatorService — final exit gate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mode forces requiresHumanApproval=true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Real-mode intersections always need human approval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override (manual / emergency / flash / fail-safe) = no_action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phase id → no_action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clamped to [minGreen, 60s]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matrix checked before accepting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tabs: Recommendation · Context · History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badges for action · risk · source · approval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via override → reuses reason-coded modal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keeps last 25 recommendations per intersection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command reaches the field without an audit trail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required outside dev mode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 (read / control / author / approve)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roles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 mandatory on every override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· IP · timestamp persisted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validation: UI · AI safety · runtime 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242316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 (AI_CONTROL_MODE env)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Real-mode = human approval always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operator override suppresses AI suggestion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in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· TypeScript 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@react-google-maps/api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@react-pdf/renderer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 · TypeORM 0.3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JWT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· Google Distance Matrix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RUNTIME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1031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runtime per cabinet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package signing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 + offline mode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flashing amber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in progress ·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72800" cy="0"/>
          </a:xfrm>
          <a:prstGeom prst="line">
            <a:avLst/>
          </a:prstGeom>
          <a:noFill/>
          <a:ln w="6350">
            <a:solidFill>
              <a:srgbClr val="C4C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DONE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/ sites / intersections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Reason-coded override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badge · audit logs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route groups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10312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AutoCAD SVG plan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dossiers (régulation + câblage)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builder + Google geocoder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IN PROGRESS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 advisory + safety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fallback rules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audit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3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2103120"/>
            <a:ext cx="2560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/engineering/intersections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matrix editor UI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dry-run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LDAP in production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0F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rollout with OTA HMAC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C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· live demo · code walkthrough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D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akarim@tomorrow.ma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Tomorrow Morocco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STLS — Smart Traffic Light System</dc:title>
  <dc:subject>PptxGenJS Presentation</dc:subject>
  <dc:creator>STLS Studio</dc:creator>
  <cp:lastModifiedBy>STLS Studio</cp:lastModifiedBy>
  <cp:revision>1</cp:revision>
  <dcterms:created xsi:type="dcterms:W3CDTF">2026-05-21T15:40:07Z</dcterms:created>
  <dcterms:modified xsi:type="dcterms:W3CDTF">2026-05-21T15:40:07Z</dcterms:modified>
</cp:coreProperties>
</file>